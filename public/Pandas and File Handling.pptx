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188720"/>
            <a:ext cx="4114800" cy="4114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108960"/>
            <a:ext cx="3840480" cy="38404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3657600"/>
            <a:ext cx="2377440" cy="237744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77240"/>
            <a:ext cx="3017520" cy="4572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77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SKILLS  ·  REFERENCE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58368" y="3520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exploring, cleaning, and saving data — the foundation of every ML task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404 — Artificial Intelligence &amp; Machine Learning  ·  Standalone Reference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pandas?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ML starts with data in a file — pandas is how Python reads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743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1792224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lives in files — CSV, Excel, databases.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needs it as clean tables of numbers.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load it, look at it, fix problems, and select the right parts.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27432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91440" cy="2743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8132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DOES ALL OF 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64608" y="1792224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Python's data toolkit: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 files in one line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explore and summarise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filter, sort, group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missing values</a:t>
            </a:r>
            <a:endParaRPr lang="en-US" sz="13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 clean arrays to sklearn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you've built started with pandas loading the data. This deck is your reference for that step.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two core objects to a full data-prep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8872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83080" y="128016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 — the two building blocks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1188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91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83080" y="169164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files (CSV, Excel, paths)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1188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031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83080" y="210312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data — shape, head, info, describe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11887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146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83080" y="25146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— columns, rows, loc &amp; iloc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1188720" cy="34747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26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292608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sorting with conditions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118872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37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83080" y="333756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transforming columns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11887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49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783080" y="374904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— missing values &amp; duplicates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160520"/>
            <a:ext cx="1188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605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83080" y="416052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merging tables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118872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83080" y="45720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DataFrame to ML-ready arrays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&amp; DataFrame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objects everything else is built 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Series — a Labelled Column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1-D array of values, each with an index label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212080" cy="21945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4882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4882896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pandas as pd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 = pd.Series([10, 20, 30, 40],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  index=['a', 'b', 'c', 'd'])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print(s['b'])      # 20  -&gt; access by label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print(s.mean())    # 25.0 -&gt; built-in stats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06440" y="1280160"/>
            <a:ext cx="2880360" cy="21945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0" y="16916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   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   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    30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    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dtype: int64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657600"/>
            <a:ext cx="91440" cy="10515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767328"/>
            <a:ext cx="7918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407822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column of a spreadsheet: a list of values (10, 20, 30, 40) plus a label for each row (a, b, c, d). A DataFrame is just many Series side by side.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DataFrame — a 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named columns — like a spreadsheet in 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12064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4791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DataFrame from a dict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479145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= pd.DataFrame({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'name':   ['Asha','Bikash','Chandra'],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'age':    [23, 35, 29],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'city':   ['Kathmandu','Pokhara','Kathmandu'],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'salary': [45000, 72000, 53000]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})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715000" y="1280160"/>
            <a:ext cx="297180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name      age  city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852160" y="17830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Asha      23   Kathmandu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Bikash    35   Pokhara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Chandra   29   Kathmandu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4023360" cy="96012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749040"/>
            <a:ext cx="9144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85876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COLUMN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" y="416966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name and one data type (numbers, text, dates).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749040"/>
            <a:ext cx="4023360" cy="960120"/>
          </a:xfrm>
          <a:prstGeom prst="rect">
            <a:avLst/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3749040"/>
            <a:ext cx="9144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385876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64608" y="416966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one record (one person, one product, one sample).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Files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data in and out — CSV, Excel, and paths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to load almost any data format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read_*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pandas as pd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= pd.read_csv('data.csv')        # CSV (most common)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= pd.read_excel('data.xlsx')     # Excel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= pd.read_json('data.json')      # JSON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useful options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pd.read_csv('data.csv', sep=';')          # other separators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pd.read_csv('data.csv', header=None)      # no header row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pd.read_csv('data.csv', nrows=100)        # just first 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 is the workhorse — it returns a DataFrame you can immediately explore.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File Live?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 looks relative to where your code runs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2860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FOLDER (simplest)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792224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file sits next to your script or notebook: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pd.read_csv('sales.csv')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file name — no path needed.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2286000"/>
          </a:xfrm>
          <a:prstGeom prst="rect">
            <a:avLst/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91440" cy="22860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8132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FOLDER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792224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path: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pd.read_csv('data/sales.csv')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pd.read_csv('/home/me/sales.csv')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slashes work everywhere.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862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FileNotFoundError? The file isn't where Python is looking. In Colab: upload it (Files panel) or mount Google Drive.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Files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results back to disk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to_*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df.to_csv('output.csv', index=False)   # index=False: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                           # don't save row numbers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df.to_excel('output.xlsx', index=False)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df.to_json('output.json')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822960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520440"/>
            <a:ext cx="91440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630168"/>
            <a:ext cx="7918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index=False?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394106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pandas writes an extra column of row numbers (0,1,2,…). index=False skips it, so your saved file has only the real columns. Almost always what you want for CSVs you'll reopen or share.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Data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thing after loading: look at what you've got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Five Commands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these right after loading a file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01752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Command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B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What it tells you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B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df.shape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(rows, columns) — the size of your data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df.head()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the first 5 rows — a quick peek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df.tail()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the last 5 rows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df.columns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the list of column names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df.dtypes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the data type of each column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df.info()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columns, types, and non-null counts together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df.describe()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Liberation Mono" pitchFamily="34" charset="0"/>
                          <a:ea typeface="Liberation Mono" pitchFamily="34" charset="-122"/>
                          <a:cs typeface="Liberation Mono" pitchFamily="34" charset="-120"/>
                        </a:rPr>
                        <a:t>min/max/mean/quartiles for number columns</a:t>
                      </a:r>
                      <a:endParaRPr lang="en-US" sz="1200" dirty="0">
                        <a:latin typeface="Liberation Mono" charset="0"/>
                        <a:ea typeface="Liberation Mono" charset="0"/>
                        <a:cs typeface="Liberation Mo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 — Instant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gives you the shape of every numeric column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df.describe()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231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  age        salary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count    5.000000      5.000000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mean    33.200000  65800.000000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std      7.224957  20158.000000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min     23.000000  45000.000000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50%     35.000000  61000.000000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max     41.000000  98000.000000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Data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the columns and rows you need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Columns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one column or several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columns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df['age']                 # one column (a Series)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df[['name', 'salary']]    # several columns (a DataFrame)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note the double brackets for multiple columns: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outer [] = "select", inner [] = the list of names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4023360" cy="1097280"/>
          </a:xfrm>
          <a:prstGeom prst="rect">
            <a:avLst/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611880"/>
            <a:ext cx="91440" cy="10972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72160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BRACKET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40325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df['age'] → a Series (single column of values).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3611880"/>
            <a:ext cx="4023360" cy="1097280"/>
          </a:xfrm>
          <a:prstGeom prst="rect">
            <a:avLst/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3611880"/>
            <a:ext cx="9144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372160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BRACKET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403250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df[['name','age']] → a DataFrame (a smaller table).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Rows — loc &amp; iloc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grab rows: by label or by position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66928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5340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loc vs iloc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534009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.loc — by LABEL (the index)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df.loc[0]              # row with index label 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df.loc[0, 'name']      # one cell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df.loc[0:2, ['name','age']]   # rows 0-2, two columns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.iloc — by integer POSITION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df.iloc[0]             # first row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df.iloc[-1]            # last row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df.iloc[0:3, 0:2]      # first 3 rows, first 2 columns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280160"/>
            <a:ext cx="2423160" cy="146304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280160"/>
            <a:ext cx="91440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389888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= Label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64808" y="1700784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index labels and column names. Inclusive of the end.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880360"/>
            <a:ext cx="2423160" cy="1508760"/>
          </a:xfrm>
          <a:prstGeom prst="rect">
            <a:avLst/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880360"/>
            <a:ext cx="91440" cy="1508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2990088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 = Integer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64808" y="3300984"/>
            <a:ext cx="2057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0-based positions, like a Python list. End is exclusive.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&amp; Sorting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rows that match a condition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with Conditions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the rows where something is true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boolean filtering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df[df['age'] &gt; 30]                # people over 30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combine conditions: &amp; (and), | (or), each in ()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df[(df['city'] == 'Pokhara') &amp;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(df['salary'] &gt; 60000)]        # Pokhara AND well-paid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df[df['city'].isin(['Pokhara','Chitwan'])]   # in a list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1A0B2E"/>
          </a:solidFill>
          <a:ln w="12700">
            <a:solidFill>
              <a:srgbClr val="1A0B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condition must be wrapped in ( ). Use &amp; and | — NOT the words 'and'/'or'.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Filtering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makes a True/False mask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50657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the mask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506577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mask = df['age'] &gt; 30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print(mask)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0    False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1     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2    False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3     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4     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df[mask]    # keeps only the True rows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89320" y="1280160"/>
            <a:ext cx="2697480" cy="31089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89320" y="1280160"/>
            <a:ext cx="91440" cy="310896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1389888"/>
            <a:ext cx="2386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90488" y="1700784"/>
            <a:ext cx="2331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like df['age']&gt;30 returns a column of True/False — one per row.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that inside df[ ] keeps only the rows marked True.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all filtering is: build a mask, apply it.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rows by one or more columns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sort_values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df.sort_values('salary')                  # ascending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df.sort_values('salary', ascending=False) # descending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sort by several columns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df.sort_values(['city', 'salary'],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           ascending=[True, False])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sort_values returns a new sorted DataFrame; the original is unchanged unless you reassign it.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Transforming Columns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new features from existing ones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New Columns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to a new name to create a column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new columns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arithmetic on a whole column at once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df['bonus'] = df['salary'] * 0.1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combine columns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df['total'] = df['salary'] + df['bonus']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apply a function to each value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df['age_group'] = df['age'].apply(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lambda a: 'senior' if a &gt;= 35 else 'junior')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apply to the entire column at once (vectorised) — no loops needed, and much faster.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Renaming &amp; Dropping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up column names and remove what you don't need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rename columns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= df.rename(columns={'name': 'employee'})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drop columns (axis=1) or rows (axis=0)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= df.drop('bonus', axis=1)          # one column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= df.drop(['bonus','total'], axis=1) # several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drop a row by index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= df.drop(0, axis=0)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206240"/>
            <a:ext cx="9144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315968"/>
            <a:ext cx="7918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" y="4626864"/>
            <a:ext cx="786384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axis=1 = columns, axis=0 = rows. This is the same drop we use to remove ID columns before clustering.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Data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messy — missing values and duplicates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Missing Values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= 'Not a Number' = a blank cell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8346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detect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df.isna()              # True where a value is missing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df.isna().sum()        # count missing per column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df.isna().sum().sum()  # total missing in the table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example output of .isna().sum():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name      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age       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salary    1     &lt;- one missing salary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break most ML models — you must find and handle them before training.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choices: drop them or fill them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468880"/>
          </a:xfrm>
          <a:prstGeom prst="rect">
            <a:avLst/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246888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8132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792224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df.dropna()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remove any row with a missing value.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you lose data. Good when only a few rows are affected.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246888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91440" cy="2468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8132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792224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df['salary'].fillna(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df['salary'].mean())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replace blanks with a sensible value (mean, median, 0…).</a:t>
            </a: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endParaRPr lang="en-US" sz="12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all rows.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right depends on how much is missing and why. There's no universal answer — think about your data.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&amp; Types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common clean-up tasks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2926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duplicate rows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df.duplicated().sum()     # how many duplicates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= df.drop_duplicates() # remove them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fix data types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df['age'] = df['age'].astype(int)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df['date'] = pd.to_datetime(df['date'])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clean text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df['city'] = df['city'].str.strip().str.lower()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Merging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Summarising by category and combining tables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— Split, Apply, Combine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data within each category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01752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groupby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average salary per city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df.groupby('city')['salary'].mean()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city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Chitwan      98000.0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Kathmandu    49000.0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Pokhara      66500.0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df.groupby('city').size()          # count per city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df.groupby('city')['salary'].agg(['mean','max'])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splits rows into groups, applies a calculation to each, and combines the results into a summary.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two DataFrames on a shared column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merge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employees = pd.DataFrame({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'name': ['Asha','Bikash'], 'dept_id': [1, 2]})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depts = pd.DataFrame({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    'dept_id': [1, 2], 'dept': ['Engineering','Sales']})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merged = pd.merge(employees, depts, on='dept_id')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    name  dept_id         dept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   Asha        1  Engineering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 Bikash        2        Sales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database JOIN: matches rows where the shared column ('dept_id') is equal.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 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DataFrame to ML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step: clean table → array for sklearn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deck, in the order you use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40080" cy="548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88720" y="1417320"/>
            <a:ext cx="7498080" cy="548640"/>
          </a:xfrm>
          <a:prstGeom prst="rect">
            <a:avLst/>
          </a:prstGeom>
          <a:solidFill>
            <a:srgbClr val="F4F0FA"/>
          </a:solidFill>
          <a:ln w="12700">
            <a:solidFill>
              <a:srgbClr val="F4F0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721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0" y="1472184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pd.read_csv('data.csv')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64008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756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188720" y="2075688"/>
            <a:ext cx="7498080" cy="548640"/>
          </a:xfrm>
          <a:prstGeom prst="rect">
            <a:avLst/>
          </a:prstGeom>
          <a:solidFill>
            <a:srgbClr val="F4F0FA"/>
          </a:solidFill>
          <a:ln w="12700">
            <a:solidFill>
              <a:srgbClr val="F4F0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130552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Explore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130552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df.shape, df.head(), df.info(), df.describe()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64008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3405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188720" y="2734056"/>
            <a:ext cx="7498080" cy="548640"/>
          </a:xfrm>
          <a:prstGeom prst="rect">
            <a:avLst/>
          </a:prstGeom>
          <a:solidFill>
            <a:srgbClr val="F4F0FA"/>
          </a:solidFill>
          <a:ln w="12700">
            <a:solidFill>
              <a:srgbClr val="F4F0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278892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Clean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2788920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handle NaN, drop duplicates, fix types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640080" cy="5486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9242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188720" y="3392424"/>
            <a:ext cx="7498080" cy="548640"/>
          </a:xfrm>
          <a:prstGeom prst="rect">
            <a:avLst/>
          </a:prstGeom>
          <a:solidFill>
            <a:srgbClr val="F4F0FA"/>
          </a:solidFill>
          <a:ln w="12700">
            <a:solidFill>
              <a:srgbClr val="F4F0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44728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Select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3447288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drop ID columns; keep the features you'll model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64008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507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1188720" y="4050792"/>
            <a:ext cx="7498080" cy="548640"/>
          </a:xfrm>
          <a:prstGeom prst="rect">
            <a:avLst/>
          </a:prstGeom>
          <a:solidFill>
            <a:srgbClr val="F4F0FA"/>
          </a:solidFill>
          <a:ln w="12700">
            <a:solidFill>
              <a:srgbClr val="F4F0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105656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Convert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0" y="4105656"/>
            <a:ext cx="5394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3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X = np.array(features) → ready for sklearn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10896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example: prep a dataset for clustering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89888"/>
            <a:ext cx="79004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PYTHON — full data-prep pipeline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90041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import pandas as pd, numpy as np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from sklearn.preprocessing import MinMaxScaler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= pd.read_csv('sales.csv')          # 1. load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print(df.shape, df.isna().sum().sum()) # 2. explore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 = df.dropna().drop_duplicates()     # 3. clean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features = df.drop('Product_Code', axis=1)  # 4. select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X = np.array(features)                       # 5. convert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X = MinMaxScaler().fit_transform(X)          #    scale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4D4E4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# X is now ready for KMeans, MeanShift, etc.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291840" cy="3291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80160" y="3291840"/>
            <a:ext cx="3108960" cy="310896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457200"/>
            <a:ext cx="146304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pd.read_csv('f.csv')          load a file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892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df.head() / df.info()         look at 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4597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df['col'] / df[['a','b']]     select columns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0266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df.loc[] / df.iloc[]          select rows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5935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df[df['x']&gt;5]                 filter rows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df.sort_values('col')         sort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df['new'] = ...               new column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8928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df.dropna() / df.fillna()     missing values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245973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df.groupby('c').mean()        summarise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30266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df.drop('col', axis=1)        remove a column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35935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np.array(df)                  to ML array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aashishdhakal@westcliff.edu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DCS 404 — Pandas &amp; File Handling</dc:title>
  <dc:subject>PptxGenJS Presentation</dc:subject>
  <dc:creator>Aashish Dhakal</dc:creator>
  <cp:lastModifiedBy>Aashish Dhakal</cp:lastModifiedBy>
  <cp:revision>1</cp:revision>
  <dcterms:created xsi:type="dcterms:W3CDTF">2026-06-18T18:31:02Z</dcterms:created>
  <dcterms:modified xsi:type="dcterms:W3CDTF">2026-06-18T18:31:02Z</dcterms:modified>
</cp:coreProperties>
</file>